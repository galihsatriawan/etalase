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can find, check stock on and buy from, with every order landing back in WhatsApp.</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agents already check out through Google's Universal Commerce Protocol (UCP) in the US and Australia, with India in testing. Morgan Stanley expects US$190–385B of US online spending to go through shopping agents by 2030. Platforms are making their own merchants agent-ready; independent chat sellers have no path in.</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and the UCP checkout API, reserves stock at checkout and takes QRIS payments. The seller confirms and ships from WhatsApp, with no new app to learn.</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online businesses sell through chat apps such as WhatsApp; only 18% use marketplaces (BPS, 2023)</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 in 2</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Asian shoppers have bought or sold on social media or messaging apps (2019 survey)</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Facebook × BCG conversational commerce study (Nov 2019); PYMNTS × Visa, 2026 Global Digital Shopping Index (Sep 2026); Morgan Stanley, “Here Come the Shopping Bots”.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WhatsApp chatbots answer human buyers, not AI agents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and opens them to any agent via open protocols</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data</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payment, courier rates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in minutes</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is exposed through MCP tools (search, shipping, checkout), a UCP profile and checkout API, and schema.org data, with a 0–100 readiness score.</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lets sellers update stock and prices by chat, accept orders and send tracking numbers. Order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delivery confirmed with the courier, then payout minus commission. Biteship and Xendit adapters are wired; the demo runs on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a:t>
            </a:r>
            <a:r>
              <a:rPr sz="750" b="0" i="0">
                <a:solidFill>
                  <a:srgbClr val="202124"/>
                </a:solidFill>
                <a:latin typeface="Google Sans Flex"/>
              </a:rPr>
              <a:t>Payout after delivery</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delivery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server · UCP checkout API</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Cloud API</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product data per store</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Business Cloud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WhatsApp one-time-code sign-in</a:t>
            </a:r>
          </a:p>
          <a:p>
            <a:pPr algn="l" marL="128016" indent="-128016">
              <a:spcAft>
                <a:spcPts val="400"/>
              </a:spcAft>
              <a:buClr>
                <a:srgbClr val="5F6368"/>
              </a:buClr>
              <a:buFont typeface="Arial"/>
              <a:buChar char="•"/>
            </a:pPr>
            <a:r>
              <a:rPr sz="1000" b="0" i="0">
                <a:solidFill>
                  <a:srgbClr val="202124"/>
                </a:solidFill>
                <a:latin typeface="Google Sans Flex"/>
              </a:rPr>
              <a:t>Readiness, orders and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395728"/>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utility messages per order × 1,000 orders at ~IDR 366–460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~US$90–115</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 rates API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~5,000 rate checks at ~IDR 5 each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&lt; US$2</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0% MDR for micro sellers ≤ Rp500k (Bank Indonesia); gateway fee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US$120–210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2–3.5k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in the pilot (WhatsApp is most of it)</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Sellers pay only when an order sells.</a:t>
            </a:r>
          </a:p>
        </p:txBody>
      </p:sp>
      <p:sp>
        <p:nvSpPr>
          <p:cNvPr id="136" name="TextBox 135"/>
          <p:cNvSpPr txBox="1"/>
          <p:nvPr/>
        </p:nvSpPr>
        <p:spPr>
          <a:xfrm>
            <a:off x="356616" y="4407408"/>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Business Platform per-message pricing (utility rate in Indonesia via Qontak, Oct 2026); Biteship Rates API pricing; Bank Indonesia QRIS MDR rules (Kontan, Oct 2026); Vertex AI Gemini 2.5 Flash list prices. FX: US$1 ≈ IDR 16,000.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Prototype in progress. Screenshots from the deployed build will replace these frames before the final submission.</a:t>
            </a:r>
          </a:p>
        </p:txBody>
      </p:sp>
      <p:sp>
        <p:nvSpPr>
          <p:cNvPr id="137" name="Snapshot frame 1"/>
          <p:cNvSpPr/>
          <p:nvPr/>
        </p:nvSpPr>
        <p:spPr>
          <a:xfrm>
            <a:off x="356616"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38" name="TextBox 137"/>
          <p:cNvSpPr txBox="1"/>
          <p:nvPr/>
        </p:nvSpPr>
        <p:spPr>
          <a:xfrm>
            <a:off x="356616"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onboarding in WhatsApp</a:t>
            </a:r>
          </a:p>
        </p:txBody>
      </p:sp>
      <p:sp>
        <p:nvSpPr>
          <p:cNvPr id="139" name="Snapshot frame 2"/>
          <p:cNvSpPr/>
          <p:nvPr/>
        </p:nvSpPr>
        <p:spPr>
          <a:xfrm>
            <a:off x="3227832"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0" name="TextBox 139"/>
          <p:cNvSpPr txBox="1"/>
          <p:nvPr/>
        </p:nvSpPr>
        <p:spPr>
          <a:xfrm>
            <a:off x="3227832"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Buyer agent search &amp; checkout</a:t>
            </a:r>
          </a:p>
        </p:txBody>
      </p:sp>
      <p:sp>
        <p:nvSpPr>
          <p:cNvPr id="141" name="Snapshot frame 3"/>
          <p:cNvSpPr/>
          <p:nvPr/>
        </p:nvSpPr>
        <p:spPr>
          <a:xfrm>
            <a:off x="6099048"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2" name="TextBox 141"/>
          <p:cNvSpPr txBox="1"/>
          <p:nvPr/>
        </p:nvSpPr>
        <p:spPr>
          <a:xfrm>
            <a:off x="6099048"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Order alert &amp; seller dashboard</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226 automated tests pass today (stock races, payments, webhooks, OTP abuse). TBD results come from the Gemini run on Cloud Run.</a:t>
            </a:r>
          </a:p>
        </p:txBody>
      </p:sp>
      <p:graphicFrame>
        <p:nvGraphicFramePr>
          <p:cNvPr id="145" name="Table 144"/>
          <p:cNvGraphicFramePr>
            <a:graphicFrameLocks noGrp="1"/>
          </p:cNvGraphicFramePr>
          <p:nvPr/>
        </p:nvGraphicFramePr>
        <p:xfrm>
          <a:off x="356616" y="1536192"/>
          <a:ext cx="8430768" cy="2999232"/>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Instagram and CSV inputs</a:t>
            </a:r>
          </a:p>
          <a:p>
            <a:pPr algn="l" marL="128016" indent="-128016">
              <a:spcAft>
                <a:spcPts val="500"/>
              </a:spcAft>
              <a:buClr>
                <a:srgbClr val="1A73E8"/>
              </a:buClr>
              <a:buFont typeface="Arial"/>
              <a:buChar char="•"/>
            </a:pPr>
            <a:r>
              <a:rPr sz="1000" b="0" i="0">
                <a:solidFill>
                  <a:srgbClr val="202124"/>
                </a:solidFill>
                <a:latin typeface="Google Sans Flex"/>
              </a:rPr>
              <a:t>MCP gateway, UCP checkout API</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Mock QRIS and courier; Xendit, Biteship wired</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Chat adapters: LINE, Zalo, Messenger</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Seller willingness to pay per order · timing of UCP checkout in Indonesia · payment licensing through partners, so Etalase never holds seller funds · stock accuracy for sellers who do not track stock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