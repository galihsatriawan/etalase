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the UCP checkout API and a store link that works today without an agent,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chat sellers with no store of their own: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store of your own needed</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speaks MCP, UCP and schema.org, scores 0–100 for agent readiness, and has a mobile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and prices and handles orders and tracking, on WhatsApp or Telegram.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Chat sign-up is built, the payment provider's identity check is not; the demo seller is ours.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560+ automated tests pass today (stock races, payments, returns, webhooks, OTP abuse, fixes from an independent review) and an end-to-end run over real HTTP. TBD results come from the Gemini run on Cloud Run.</a:t>
            </a:r>
          </a:p>
        </p:txBody>
      </p:sp>
      <p:graphicFrame>
        <p:nvGraphicFramePr>
          <p:cNvPr id="145" name="Table 144"/>
          <p:cNvGraphicFramePr>
            <a:graphicFrameLocks noGrp="1"/>
          </p:cNvGraphicFramePr>
          <p:nvPr/>
        </p:nvGraphicFramePr>
        <p:xfrm>
          <a:off x="356616" y="1536192"/>
          <a:ext cx="8430768" cy="3383280"/>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UCP checkout, store links</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