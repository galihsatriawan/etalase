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[Your team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[Your full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the UCP checkout API and a store link that works today without an agent,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with no store system: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store system needed</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speaks MCP, UCP and schema.org, scores 0–100 for agent readiness, and has a mobile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and prices and handles orders and tracking, on WhatsApp or Telegram.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Stock is reserved at checkout and low-confidence stock is confirmed with the seller first: 0 units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The seller account is created by us (sign-up and KYC are not built);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507 automated tests pass today (stock races, payments, returns, webhooks, OTP abuse, fixes from an independent review) and an end-to-end run over real HTTP. TBD results come from the Gemini run on Cloud Run.</a:t>
            </a:r>
          </a:p>
        </p:txBody>
      </p:sp>
      <p:graphicFrame>
        <p:nvGraphicFramePr>
          <p:cNvPr id="145" name="Table 144"/>
          <p:cNvGraphicFramePr>
            <a:graphicFrameLocks noGrp="1"/>
          </p:cNvGraphicFramePr>
          <p:nvPr/>
        </p:nvGraphicFramePr>
        <p:xfrm>
          <a:off x="356616" y="1536192"/>
          <a:ext cx="8430768" cy="3383280"/>
        </p:xfrm>
        <a:graphic>
          <a:graphicData uri="http://schemas.openxmlformats.org/drawingml/2006/table">
            <a:tbl>
              <a:tblPr/>
              <a:tblGrid>
                <a:gridCol w="2011680"/>
                <a:gridCol w="3310128"/>
                <a:gridCol w="1737360"/>
                <a:gridCol w="137160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50 labelled products: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100 real seller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UCP checkout, store links</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GitHub link: github.com/&lt;team&gt;/etalase]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