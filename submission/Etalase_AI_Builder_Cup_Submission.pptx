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galihsatriawan/etalase" TargetMode="External"/><Relationship Id="rId6" Type="http://schemas.openxmlformats.org/officeDocument/2006/relationships/hyperlink" Target="https://etalase-demo-2gzn7hbgwa-et.a.run.app/demo"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checkout and order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Chat sign-up is built, the payment provider's identity check is not; the demo seller is ours.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725 tests pass (stock races, payments, returns, webhooks, OTP abuse), plus an end-to-end HTTP run and the official UCP suite: 31 of 77 in production mode, 54 in sandbox test mode, each failure explained. “Not measured” cells need the Gemini run on Cloud Run, not yet done.</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5"/>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(under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6"/>
              </a:rPr>
              <a:t>etalase-demo-2gzn7hbgwa-et.a.run.app/demo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