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galihsatriawan/etalase" TargetMode="External"/><Relationship Id="rId6" Type="http://schemas.openxmlformats.org/officeDocument/2006/relationships/hyperlink" Target="https://etalase-demo-2gzn7hbgwa-et.a.run.app/demo"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(any agent, today), UCP (for Google's surfaces, when they arrive) and a store link,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sellers who run on chat: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site to build first</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Any MCP or UCP client (demo: Gemini)</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380000"/>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Shop addresses (demo.etalase.site in the sandbox) enter through a Google HTTPS load balancer with a wildcard certificate; Cloud Run keeps its own URL too. Country pack = { currency, payment, shipping, tax } adapters: a new market adds one config entry, not a new core. Each seller has one stock owner: Etalase, the OMS or the store.</a:t>
            </a:r>
          </a:p>
        </p:txBody>
      </p:sp>
      <p:sp>
        <p:nvSpPr>
          <p:cNvPr id="143" name="Load balancer"/>
          <p:cNvSpPr/>
          <p:nvPr/>
        </p:nvSpPr>
        <p:spPr>
          <a:xfrm>
            <a:off x="4667870" y="1622000"/>
            <a:ext cx="2300000" cy="150000"/>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noAutofit/>
          </a:bodyPr>
          <a:lstStyle/>
          <a:p>
            <a:pPr algn="ctr"/>
            <a:r>
              <a:rPr sz="700" b="1" i="0">
                <a:solidFill>
                  <a:srgbClr val="202124"/>
                </a:solidFill>
                <a:latin typeface="Google Sans Flex"/>
              </a:rPr>
              <a:t>HTTPS load balancer · wildcard certificate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checkout and order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Load balancer + wildcard TLS</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(mock payment and courier). The demo shop has its own address, demo.etalase.site. Chat sign-up is built but off in the sandbox; the payment provider's identity check is not built.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731 tests pass (stock races, payments, returns, webhooks, OTP abuse), plus an end-to-end HTTP run and the official UCP suite: 31 of 77 in production mode, 54 in sandbox test mode, each failure explained. Gemini ran on the 43 text messages only; “Not measured” cells were not run.</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cases fully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Gemini: 36/43 (84%). Rules: 21/43. Below target, text only</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Text only: median 5.6 s per message</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and store links live; UCP built and tested</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5"/>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(under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hlinkClick r:id="rId6"/>
              </a:rPr>
              <a:t>etalase-demo-2gzn7hbgwa-et.a.run.app/demo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