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galihsatriawan/etalase" TargetMode="External"/><Relationship Id="rId6" Type="http://schemas.openxmlformats.org/officeDocument/2006/relationships/hyperlink" Target="https://etalase-demo-2gzn7hbgwa-et.a.run.app/demo"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Prompt &amp; Pray</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Galih Anggi Satriawan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(any agent, today), UCP (for Google's surfaces, when they arrive) and a store link,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sellers who run on chat: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site to build first</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has its own address, speaks MCP, UCP and schema.org, scores 0–100 for agent readiness, and has a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prices and orders on WhatsApp or Telegram, and new sellers sign up in chat.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 cart of up to 10 products is reserved all or nothing; uncertain stock is confirmed with the seller before payment. 0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Any MCP or UCP client (demo: Gemini)</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checkout and order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(mock payment and courier). The demo shop has its own address, demo.etalase.site. Chat sign-up is built but off in the sandbox; the payment provider's identity check is not built.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729 tests pass (stock races, payments, returns, webhooks, OTP abuse), plus an end-to-end HTTP run and the official UCP suite: 31 of 77 in production mode, 54 in sandbox test mode, each failure explained. “Not measured” cells need the Gemini run on Cloud Run, not yet done.</a:t>
            </a:r>
          </a:p>
        </p:txBody>
      </p:sp>
      <p:graphicFrame>
        <p:nvGraphicFramePr>
          <p:cNvPr id="145" name="Table 144"/>
          <p:cNvGraphicFramePr>
            <a:graphicFrameLocks noGrp="1"/>
          </p:cNvGraphicFramePr>
          <p:nvPr/>
        </p:nvGraphicFramePr>
        <p:xfrm>
          <a:off x="356616" y="1536192"/>
          <a:ext cx="8430767" cy="3383280"/>
        </p:xfrm>
        <a:graphic>
          <a:graphicData uri="http://schemas.openxmlformats.org/drawingml/2006/table">
            <a:tbl>
              <a:tblPr/>
              <a:tblGrid>
                <a:gridCol w="1874519"/>
                <a:gridCol w="2743200"/>
                <a:gridCol w="1664208"/>
                <a:gridCol w="214884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43 labelled seller messages: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Rules only: 21/43 fully correct. Gemini not run</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seller stock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and store links live; UCP built and tested</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hlinkClick r:id="rId5"/>
              </a:rPr>
              <a:t>github.com/galihsatriawan/etalase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(under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hlinkClick r:id="rId6"/>
              </a:rPr>
              <a:t>etalase-demo-2gzn7hbgwa-et.a.run.app/demo</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